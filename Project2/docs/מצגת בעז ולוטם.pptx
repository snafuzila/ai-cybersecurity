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9ED"/>
    <a:srgbClr val="FFFFFF"/>
    <a:srgbClr val="EEF0F3"/>
    <a:srgbClr val="FBF6F2"/>
    <a:srgbClr val="BD6148"/>
    <a:srgbClr val="86A78C"/>
    <a:srgbClr val="F5E8E1"/>
    <a:srgbClr val="FAF5F1"/>
    <a:srgbClr val="ECF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28D2DF45-B01A-B2C6-9257-2D85EE979F26}"/>
              </a:ext>
            </a:extLst>
          </p:cNvPr>
          <p:cNvSpPr/>
          <p:nvPr/>
        </p:nvSpPr>
        <p:spPr>
          <a:xfrm>
            <a:off x="7061200" y="3276600"/>
            <a:ext cx="1066800" cy="609600"/>
          </a:xfrm>
          <a:prstGeom prst="rect">
            <a:avLst/>
          </a:prstGeom>
          <a:solidFill>
            <a:srgbClr val="ECF1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FADCF6C-C1C4-E2CA-3DA8-E761885946EE}"/>
              </a:ext>
            </a:extLst>
          </p:cNvPr>
          <p:cNvSpPr/>
          <p:nvPr/>
        </p:nvSpPr>
        <p:spPr>
          <a:xfrm>
            <a:off x="8153400" y="3187700"/>
            <a:ext cx="1066800" cy="609600"/>
          </a:xfrm>
          <a:prstGeom prst="rect">
            <a:avLst/>
          </a:prstGeom>
          <a:solidFill>
            <a:srgbClr val="FA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49CD758A-C338-E436-A238-185A7C7CF400}"/>
              </a:ext>
            </a:extLst>
          </p:cNvPr>
          <p:cNvSpPr/>
          <p:nvPr/>
        </p:nvSpPr>
        <p:spPr>
          <a:xfrm>
            <a:off x="14833600" y="8763000"/>
            <a:ext cx="1371600" cy="342900"/>
          </a:xfrm>
          <a:prstGeom prst="rect">
            <a:avLst/>
          </a:prstGeom>
          <a:solidFill>
            <a:srgbClr val="FB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09A6D4B5-BA05-4AFB-EA14-ADE5D2F69FC4}"/>
              </a:ext>
            </a:extLst>
          </p:cNvPr>
          <p:cNvSpPr/>
          <p:nvPr/>
        </p:nvSpPr>
        <p:spPr>
          <a:xfrm>
            <a:off x="14909800" y="8839200"/>
            <a:ext cx="1313656" cy="240506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2E3ABDAB-8B94-66B9-DD7A-88A920A2A1F7}"/>
              </a:ext>
            </a:extLst>
          </p:cNvPr>
          <p:cNvSpPr/>
          <p:nvPr/>
        </p:nvSpPr>
        <p:spPr>
          <a:xfrm>
            <a:off x="14909800" y="8839200"/>
            <a:ext cx="1313656" cy="240506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76200"/>
            <a:ext cx="16256000" cy="906780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BAECBDB0-7769-F355-08C1-A1F745E13F1F}"/>
              </a:ext>
            </a:extLst>
          </p:cNvPr>
          <p:cNvSpPr/>
          <p:nvPr/>
        </p:nvSpPr>
        <p:spPr>
          <a:xfrm>
            <a:off x="13976350" y="3124200"/>
            <a:ext cx="476250" cy="685800"/>
          </a:xfrm>
          <a:prstGeom prst="rect">
            <a:avLst/>
          </a:prstGeom>
          <a:solidFill>
            <a:srgbClr val="F5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b="1" dirty="0">
                <a:solidFill>
                  <a:schemeClr val="tx1"/>
                </a:solidFill>
              </a:rPr>
              <a:t> (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F36FEC0-CE67-F700-D53C-9313CBF3C1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30" r="2"/>
          <a:stretch>
            <a:fillRect/>
          </a:stretch>
        </p:blipFill>
        <p:spPr>
          <a:xfrm>
            <a:off x="10414000" y="4115258"/>
            <a:ext cx="4616996" cy="1269695"/>
          </a:xfrm>
          <a:prstGeom prst="rect">
            <a:avLst/>
          </a:prstGeom>
        </p:spPr>
      </p:pic>
      <p:sp>
        <p:nvSpPr>
          <p:cNvPr id="10" name="מלבן 9">
            <a:extLst>
              <a:ext uri="{FF2B5EF4-FFF2-40B4-BE49-F238E27FC236}">
                <a16:creationId xmlns:a16="http://schemas.microsoft.com/office/drawing/2014/main" id="{4D720B3F-5D8D-27B0-3D35-27EBA3BBFF0B}"/>
              </a:ext>
            </a:extLst>
          </p:cNvPr>
          <p:cNvSpPr/>
          <p:nvPr/>
        </p:nvSpPr>
        <p:spPr>
          <a:xfrm>
            <a:off x="14922786" y="8903494"/>
            <a:ext cx="1313656" cy="240506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A62C2CD9-A823-B447-20C5-F96BE2C1DC2A}"/>
              </a:ext>
            </a:extLst>
          </p:cNvPr>
          <p:cNvSpPr/>
          <p:nvPr/>
        </p:nvSpPr>
        <p:spPr>
          <a:xfrm>
            <a:off x="14922786" y="8903494"/>
            <a:ext cx="1313656" cy="240506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691F03F6-8A6A-FA92-B1FE-7B1A36A2A185}"/>
              </a:ext>
            </a:extLst>
          </p:cNvPr>
          <p:cNvSpPr/>
          <p:nvPr/>
        </p:nvSpPr>
        <p:spPr>
          <a:xfrm>
            <a:off x="14922786" y="8903494"/>
            <a:ext cx="1313656" cy="240506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29A3F450-41A4-197B-DA93-A7C1671AD0D8}"/>
              </a:ext>
            </a:extLst>
          </p:cNvPr>
          <p:cNvSpPr/>
          <p:nvPr/>
        </p:nvSpPr>
        <p:spPr>
          <a:xfrm>
            <a:off x="14922786" y="8903494"/>
            <a:ext cx="1313656" cy="240506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702D90B8-A075-F0AF-7070-2EA1CD0D5C05}"/>
              </a:ext>
            </a:extLst>
          </p:cNvPr>
          <p:cNvSpPr/>
          <p:nvPr/>
        </p:nvSpPr>
        <p:spPr>
          <a:xfrm>
            <a:off x="5537200" y="5943600"/>
            <a:ext cx="609600" cy="609600"/>
          </a:xfrm>
          <a:prstGeom prst="rect">
            <a:avLst/>
          </a:prstGeom>
          <a:solidFill>
            <a:srgbClr val="86A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077DF687-9ABD-0B2E-A1BC-4ACA4BD72ED4}"/>
              </a:ext>
            </a:extLst>
          </p:cNvPr>
          <p:cNvSpPr/>
          <p:nvPr/>
        </p:nvSpPr>
        <p:spPr>
          <a:xfrm>
            <a:off x="12395200" y="6070600"/>
            <a:ext cx="457200" cy="508000"/>
          </a:xfrm>
          <a:prstGeom prst="rect">
            <a:avLst/>
          </a:prstGeom>
          <a:solidFill>
            <a:srgbClr val="BD61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413B0015-93A1-97E0-033D-39F877BCF091}"/>
              </a:ext>
            </a:extLst>
          </p:cNvPr>
          <p:cNvSpPr/>
          <p:nvPr/>
        </p:nvSpPr>
        <p:spPr>
          <a:xfrm>
            <a:off x="14922786" y="8903494"/>
            <a:ext cx="1313656" cy="240506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E8016EDA-817C-5012-ED1C-DA2A63A9D5AE}"/>
              </a:ext>
            </a:extLst>
          </p:cNvPr>
          <p:cNvSpPr/>
          <p:nvPr/>
        </p:nvSpPr>
        <p:spPr>
          <a:xfrm>
            <a:off x="14935994" y="8763000"/>
            <a:ext cx="1313656" cy="2405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20299EF9-9933-4B30-6B21-FD9371C41048}"/>
              </a:ext>
            </a:extLst>
          </p:cNvPr>
          <p:cNvSpPr/>
          <p:nvPr/>
        </p:nvSpPr>
        <p:spPr>
          <a:xfrm>
            <a:off x="14833600" y="8763000"/>
            <a:ext cx="1422400" cy="316706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E5E34291-F1BF-F79B-7DBB-62A496F27B9D}"/>
              </a:ext>
            </a:extLst>
          </p:cNvPr>
          <p:cNvSpPr/>
          <p:nvPr/>
        </p:nvSpPr>
        <p:spPr>
          <a:xfrm>
            <a:off x="14833600" y="8763000"/>
            <a:ext cx="1422400" cy="316706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</Words>
  <Application>Microsoft Office PowerPoint</Application>
  <PresentationFormat>מותאם אישית</PresentationFormat>
  <Paragraphs>1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Boaz Attiya</cp:lastModifiedBy>
  <cp:revision>3</cp:revision>
  <dcterms:created xsi:type="dcterms:W3CDTF">2006-08-16T00:00:00Z</dcterms:created>
  <dcterms:modified xsi:type="dcterms:W3CDTF">2026-09-29T16:26:55Z</dcterms:modified>
</cp:coreProperties>
</file>